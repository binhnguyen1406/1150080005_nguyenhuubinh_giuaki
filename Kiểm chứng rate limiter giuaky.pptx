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323" r:id="rId6"/>
    <p:sldId id="324" r:id="rId7"/>
    <p:sldId id="315" r:id="rId8"/>
    <p:sldId id="319" r:id="rId9"/>
    <p:sldId id="316" r:id="rId10"/>
    <p:sldId id="317" r:id="rId11"/>
    <p:sldId id="321" r:id="rId12"/>
    <p:sldId id="320" r:id="rId1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1DCE-764A-44EF-942E-C738A6244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45474-A72D-DB82-D2A8-111F33C7E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BD66A-B0C6-4A1B-093B-FF6352548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9309F-87F9-47AF-A939-0BAE67747FDC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936C4-059C-324C-F834-A3134532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D447-F282-A9FE-BE74-D60574BD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C6E4-DB85-4877-9508-3F1B4141853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7031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ADF10-0574-801A-28F0-B77EA9E49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DF044-372E-79B7-5629-244670175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32840-E65B-A488-36A1-6C1D3303C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9309F-87F9-47AF-A939-0BAE67747FDC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65CD3-A023-A2AB-3FC0-75430BC60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D57B9-A75F-F9C2-6098-10D514A8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C6E4-DB85-4877-9508-3F1B4141853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14469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3395-147B-733F-C5AA-A2873925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105B-7B0A-238D-4A28-1FFFEF3BB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E1071-F41D-C084-7D2B-D420E02F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9309F-87F9-47AF-A939-0BAE67747FDC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9D11E-C1D8-26BE-52A2-9B95C61B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520BE-50A3-D66F-DBCD-D884F0EC3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C6E4-DB85-4877-9508-3F1B4141853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424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2CAD-FA98-053A-4F7D-10CBE31F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3B791-D6D6-9E1E-8749-23E0444E8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F1E9A-F035-118E-F01B-48525B09A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3D7A6-BB6B-D918-1A53-D7A4F60E1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9309F-87F9-47AF-A939-0BAE67747FDC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47D87-5A12-C761-2A04-38D9D28FD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56EE-19EC-2DA5-4497-87CC05CA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C6E4-DB85-4877-9508-3F1B4141853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1817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3426D-F0F9-3FC9-529B-FAC286E6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15AE6-6766-92CF-CC59-980C83842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B8740-0A27-FFEC-7C2A-3B8593861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BB399-0089-A0FC-6B5E-C5CDE7D0B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B9FF2D-27BA-0B57-2289-8D14A9546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AAF14F-77C5-1F6E-EFEE-59502FBC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9309F-87F9-47AF-A939-0BAE67747FDC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51CECE-42D3-E7A0-5A38-42EA598D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457A84-E993-30F5-9468-065989345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C6E4-DB85-4877-9508-3F1B4141853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6624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2E0B-56E0-7316-7E84-D58D69A7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1D120-2DC5-33EB-AC11-70A813A22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9309F-87F9-47AF-A939-0BAE67747FDC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0B04D-F230-C262-5B23-7D46620A2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C8FDD-A5E2-9FEA-F90E-3825FA2E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C6E4-DB85-4877-9508-3F1B4141853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8377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61ADE-7757-2D4B-2E78-07FDAEE5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9309F-87F9-47AF-A939-0BAE67747FDC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00820-016D-B9C5-EC00-8B791902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A6D11-BD21-1D80-D20B-9F78831A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C6E4-DB85-4877-9508-3F1B4141853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556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802F3-84AF-4634-77E4-9B99101E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7CBC8-FA65-2C89-17B9-A1356610D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44ADF-B97A-8470-D610-06CCEF8FA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EE7B8-BAB9-A1F7-52D3-11369DB6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9309F-87F9-47AF-A939-0BAE67747FDC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2B1DD-A5AE-82E4-C94A-9B5FEC61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DE0FE-2640-E69D-FD1D-E75F4230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C6E4-DB85-4877-9508-3F1B4141853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929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D02FE-2D47-A9CE-0C96-B7C75931F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D206A7-5394-2E75-011C-4988EB27B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92227-6E9D-CA2E-5371-7200715E9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23AF9-7197-A451-EFE1-6DC83932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9309F-87F9-47AF-A939-0BAE67747FDC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3C1D2-8E23-D7C1-0E84-A0805C73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B731B-52D4-0952-E3DD-36FFE2868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C6E4-DB85-4877-9508-3F1B4141853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6335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ED992-1E77-9DD6-64B7-74A8E96A3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728B40-9E6A-7297-544E-E13878271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C6476-E42C-DE12-0249-E1EDEEB5B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9309F-87F9-47AF-A939-0BAE67747FDC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E834F-1913-5BB1-C944-329F4326C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C573C-6885-CA28-A5CF-243E30AD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C6E4-DB85-4877-9508-3F1B4141853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2811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243D1-DF0E-7CC8-F0E9-C401FC5CA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ED049-7E77-C510-B349-306FA90B7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8E18A-D1FF-8B35-5834-28B3C92A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9309F-87F9-47AF-A939-0BAE67747FDC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5F9A7-284B-77C8-9B88-850CB4FB8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193B2-73A1-5812-42C4-9629DF45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C6E4-DB85-4877-9508-3F1B4141853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9372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B5FDF-B9DF-4B68-7548-B1A64665E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D4405-3B57-A8F3-AA8E-D28F275D0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CEBC6-382B-CB5E-1E03-4C24B55D2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9309F-87F9-47AF-A939-0BAE67747FDC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1A821-B2B9-4E7F-9556-42529731A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A694E-2B88-E7EC-13F4-ECB113B8B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56C6E4-DB85-4877-9508-3F1B4141853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14697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0EEA5-79A4-D0A5-F568-DF6EE6799E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Kiểm chứng </a:t>
            </a:r>
            <a:r>
              <a:rPr lang="vi-VN" dirty="0" err="1"/>
              <a:t>rate</a:t>
            </a:r>
            <a:r>
              <a:rPr lang="vi-VN" dirty="0"/>
              <a:t> </a:t>
            </a:r>
            <a:r>
              <a:rPr lang="vi-VN" dirty="0" err="1"/>
              <a:t>limiter</a:t>
            </a:r>
            <a:r>
              <a:rPr lang="vi-VN" dirty="0"/>
              <a:t>: không vượt ngưỡng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F0FAC-5A6D-B4BC-5886-B16910FF2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3502"/>
            <a:ext cx="9144000" cy="1264298"/>
          </a:xfrm>
        </p:spPr>
        <p:txBody>
          <a:bodyPr/>
          <a:lstStyle/>
          <a:p>
            <a:pPr algn="l"/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Sinh viên thực hiện : 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Nguyễn Hữu Bình</a:t>
            </a:r>
          </a:p>
          <a:p>
            <a:pPr algn="l"/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MSSV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1150080005</a:t>
            </a:r>
          </a:p>
          <a:p>
            <a:pPr algn="l"/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11_ĐH_CNPM1</a:t>
            </a:r>
          </a:p>
          <a:p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AE0471-8B92-631E-73BC-1379466592F5}"/>
              </a:ext>
            </a:extLst>
          </p:cNvPr>
          <p:cNvSpPr txBox="1"/>
          <p:nvPr/>
        </p:nvSpPr>
        <p:spPr>
          <a:xfrm>
            <a:off x="1524000" y="525780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GV: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ThS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Phạm Trọng Huynh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44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7402C-4011-4E8A-67D5-37A6C0283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4C3FD-5EE1-B707-7ACF-21D926962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 DỰ ÁN</a:t>
            </a:r>
          </a:p>
          <a:p>
            <a:pPr marL="514350" indent="-514350">
              <a:buFont typeface="+mj-lt"/>
              <a:buAutoNum type="arabicPeriod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YÊU CẦU VÀ PHẠM VI KIỂM THỬ</a:t>
            </a:r>
          </a:p>
          <a:p>
            <a:pPr marL="514350" indent="-514350">
              <a:buFont typeface="+mj-lt"/>
              <a:buAutoNum type="arabicPeriod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 HOẠCH KIỂM THỬ</a:t>
            </a:r>
          </a:p>
          <a:p>
            <a:pPr marL="514350" indent="-514350">
              <a:buFont typeface="+mj-lt"/>
              <a:buAutoNum type="arabicPeriod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CA KIỂM THỬ</a:t>
            </a:r>
          </a:p>
          <a:p>
            <a:pPr marL="514350" indent="-514350">
              <a:buFont typeface="+mj-lt"/>
              <a:buAutoNum type="arabicPeriod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 THI KIỂM THỬ</a:t>
            </a:r>
          </a:p>
          <a:p>
            <a:pPr marL="514350" indent="-514350">
              <a:buFont typeface="+mj-lt"/>
              <a:buAutoNum type="arabicPeriod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THỬ TỰ ĐỘNG</a:t>
            </a:r>
          </a:p>
          <a:p>
            <a:pPr marL="514350" indent="-514350">
              <a:buFont typeface="+mj-lt"/>
              <a:buAutoNum type="arabicPeriod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 CÁO LỖI</a:t>
            </a:r>
          </a:p>
          <a:p>
            <a:pPr marL="514350" indent="-514350">
              <a:buFont typeface="+mj-lt"/>
              <a:buAutoNum type="arabicPeriod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 KẾT VÀ ĐÁNH GIÁ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372011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5CCA7-1E6C-3CD3-E3FA-ACB162D9D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682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sz="2000" dirty="0">
                <a:latin typeface="+mj-lt"/>
              </a:rPr>
              <a:t>1.1. Giới thiệu</a:t>
            </a:r>
          </a:p>
          <a:p>
            <a:r>
              <a:rPr lang="vi-VN" sz="2000" dirty="0" err="1">
                <a:latin typeface="+mj-lt"/>
              </a:rPr>
              <a:t>RateLimiter</a:t>
            </a:r>
            <a:r>
              <a:rPr lang="vi-VN" sz="2000" dirty="0">
                <a:latin typeface="+mj-lt"/>
              </a:rPr>
              <a:t> là cơ chế giới hạn số </a:t>
            </a:r>
            <a:r>
              <a:rPr lang="vi-VN" sz="2000" dirty="0" err="1">
                <a:latin typeface="+mj-lt"/>
              </a:rPr>
              <a:t>request</a:t>
            </a:r>
            <a:r>
              <a:rPr lang="vi-VN" sz="2000" dirty="0">
                <a:latin typeface="+mj-lt"/>
              </a:rPr>
              <a:t> trong một khoảng thời gian (</a:t>
            </a:r>
            <a:r>
              <a:rPr lang="vi-VN" sz="2000" dirty="0" err="1">
                <a:latin typeface="+mj-lt"/>
              </a:rPr>
              <a:t>time</a:t>
            </a:r>
            <a:r>
              <a:rPr lang="vi-VN" sz="2000" dirty="0">
                <a:latin typeface="+mj-lt"/>
              </a:rPr>
              <a:t> </a:t>
            </a:r>
            <a:r>
              <a:rPr lang="vi-VN" sz="2000" dirty="0" err="1">
                <a:latin typeface="+mj-lt"/>
              </a:rPr>
              <a:t>window</a:t>
            </a:r>
            <a:r>
              <a:rPr lang="vi-VN" sz="2000" dirty="0">
                <a:latin typeface="+mj-lt"/>
              </a:rPr>
              <a:t>) nhằm tránh hệ thống bị quá tải.</a:t>
            </a:r>
          </a:p>
          <a:p>
            <a:pPr marL="0" indent="0">
              <a:buNone/>
            </a:pPr>
            <a:r>
              <a:rPr lang="vi-VN" sz="2000" dirty="0">
                <a:latin typeface="+mj-lt"/>
              </a:rPr>
              <a:t>1.2. Mục tiêu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000" dirty="0">
                <a:latin typeface="+mj-lt"/>
              </a:rPr>
              <a:t>Kiểm tra chức năng giới hạn </a:t>
            </a:r>
            <a:r>
              <a:rPr lang="vi-VN" sz="2000" dirty="0" err="1">
                <a:latin typeface="+mj-lt"/>
              </a:rPr>
              <a:t>request</a:t>
            </a:r>
            <a:r>
              <a:rPr lang="vi-VN" sz="2000" dirty="0">
                <a:latin typeface="+mj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000" dirty="0">
                <a:latin typeface="+mj-lt"/>
              </a:rPr>
              <a:t>Đảm bảo </a:t>
            </a:r>
            <a:r>
              <a:rPr lang="vi-VN" sz="2000" dirty="0" err="1">
                <a:latin typeface="+mj-lt"/>
              </a:rPr>
              <a:t>request</a:t>
            </a:r>
            <a:r>
              <a:rPr lang="vi-VN" sz="2000" dirty="0">
                <a:latin typeface="+mj-lt"/>
              </a:rPr>
              <a:t> hợp lệ được chấp nhận và </a:t>
            </a:r>
            <a:r>
              <a:rPr lang="vi-VN" sz="2000" dirty="0" err="1">
                <a:latin typeface="+mj-lt"/>
              </a:rPr>
              <a:t>request</a:t>
            </a:r>
            <a:r>
              <a:rPr lang="vi-VN" sz="2000" dirty="0">
                <a:latin typeface="+mj-lt"/>
              </a:rPr>
              <a:t> vượt ngưỡng bị từ chối.</a:t>
            </a:r>
          </a:p>
          <a:p>
            <a:pPr marL="0" indent="0">
              <a:buNone/>
            </a:pPr>
            <a:r>
              <a:rPr lang="vi-VN" sz="2000" dirty="0">
                <a:latin typeface="+mj-lt"/>
              </a:rPr>
              <a:t>1.3. Công nghệ sử dụng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000" dirty="0">
                <a:latin typeface="+mj-lt"/>
              </a:rPr>
              <a:t>C# / .NET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000" dirty="0" err="1">
                <a:latin typeface="+mj-lt"/>
              </a:rPr>
              <a:t>Visual</a:t>
            </a:r>
            <a:r>
              <a:rPr lang="vi-VN" sz="2000" dirty="0">
                <a:latin typeface="+mj-lt"/>
              </a:rPr>
              <a:t> </a:t>
            </a:r>
            <a:r>
              <a:rPr lang="vi-VN" sz="2000" dirty="0" err="1">
                <a:latin typeface="+mj-lt"/>
              </a:rPr>
              <a:t>Studio</a:t>
            </a:r>
            <a:endParaRPr lang="vi-VN" sz="20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vi-VN" sz="2000" dirty="0" err="1">
                <a:latin typeface="+mj-lt"/>
              </a:rPr>
              <a:t>MSTest</a:t>
            </a:r>
            <a:endParaRPr lang="vi-VN" sz="2000" dirty="0">
              <a:latin typeface="+mj-lt"/>
            </a:endParaRPr>
          </a:p>
          <a:p>
            <a:pPr marL="0" indent="0">
              <a:buNone/>
            </a:pPr>
            <a:r>
              <a:rPr lang="vi-VN" sz="2000" dirty="0">
                <a:latin typeface="+mj-lt"/>
              </a:rPr>
              <a:t>1.4. Thời gian dự kiến kiểm thử</a:t>
            </a:r>
          </a:p>
          <a:p>
            <a:r>
              <a:rPr lang="vi-VN" sz="2000" dirty="0">
                <a:latin typeface="+mj-lt"/>
              </a:rPr>
              <a:t>Dự kiến 29/12/2025-3/3/2026</a:t>
            </a:r>
          </a:p>
        </p:txBody>
      </p:sp>
    </p:spTree>
    <p:extLst>
      <p:ext uri="{BB962C8B-B14F-4D97-AF65-F5344CB8AC3E}">
        <p14:creationId xmlns:p14="http://schemas.microsoft.com/office/powerpoint/2010/main" val="1798706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7288D-77C3-8672-BC37-21E62B51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 HOẠCH KIỂM THỬ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3732DE-192E-4F70-A4CC-D47F243AB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99592"/>
            <a:ext cx="12107149" cy="5178489"/>
          </a:xfrm>
        </p:spPr>
      </p:pic>
    </p:spTree>
    <p:extLst>
      <p:ext uri="{BB962C8B-B14F-4D97-AF65-F5344CB8AC3E}">
        <p14:creationId xmlns:p14="http://schemas.microsoft.com/office/powerpoint/2010/main" val="212263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75B0-A6B0-7340-EBDA-51FBB4C8C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249" y="0"/>
            <a:ext cx="10515600" cy="1325563"/>
          </a:xfrm>
        </p:spPr>
        <p:txBody>
          <a:bodyPr/>
          <a:lstStyle/>
          <a:p>
            <a:pPr algn="ctr"/>
            <a:r>
              <a:rPr lang="vi-VN" dirty="0"/>
              <a:t>CÁC TRƯỜNG HỢP KIỂM THỬ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C0186B-E58A-9C7C-75E6-7D2804828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19" y="1212980"/>
            <a:ext cx="11904418" cy="5645019"/>
          </a:xfrm>
        </p:spPr>
      </p:pic>
    </p:spTree>
    <p:extLst>
      <p:ext uri="{BB962C8B-B14F-4D97-AF65-F5344CB8AC3E}">
        <p14:creationId xmlns:p14="http://schemas.microsoft.com/office/powerpoint/2010/main" val="202976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72D715-0B86-F024-352F-291E5A848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94784"/>
            <a:ext cx="10345594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03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FF71-23E8-5099-5C27-7062E330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dirty="0"/>
              <a:t>THIẾT KẾ CA KIỂM THỬ</a:t>
            </a:r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8C95DB36-670C-C450-0204-CADE12EBC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989" y="1604865"/>
            <a:ext cx="11140804" cy="4702726"/>
          </a:xfrm>
        </p:spPr>
      </p:pic>
    </p:spTree>
    <p:extLst>
      <p:ext uri="{BB962C8B-B14F-4D97-AF65-F5344CB8AC3E}">
        <p14:creationId xmlns:p14="http://schemas.microsoft.com/office/powerpoint/2010/main" val="3757115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921F2-BFA7-90EB-D82C-76734967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dirty="0"/>
              <a:t>BẢNG QUYẾT ĐỊNH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A4515B-463C-9BFD-1F25-63E4FD371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91477"/>
            <a:ext cx="5411756" cy="458310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5FF62F-9518-0C61-BE53-444E0F868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458" y="4185767"/>
            <a:ext cx="6867330" cy="257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710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B6CA-AD4C-459A-EA01-AD08C799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dirty="0"/>
              <a:t>THỰC THI KIỂM THỬ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A47092-6DC9-5C48-9410-E684D3511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282" y="1856792"/>
            <a:ext cx="10874738" cy="359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92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E2CF-4079-55CE-5859-81023670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88" y="85207"/>
            <a:ext cx="10515600" cy="1325563"/>
          </a:xfrm>
        </p:spPr>
        <p:txBody>
          <a:bodyPr/>
          <a:lstStyle/>
          <a:p>
            <a:pPr algn="ctr"/>
            <a:r>
              <a:rPr lang="vi-VN" dirty="0"/>
              <a:t>BÁO CÁO LỖI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EFC902-DC86-3CEF-AF55-FDAD9544C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48" y="1156996"/>
            <a:ext cx="12019504" cy="5701004"/>
          </a:xfrm>
        </p:spPr>
      </p:pic>
    </p:spTree>
    <p:extLst>
      <p:ext uri="{BB962C8B-B14F-4D97-AF65-F5344CB8AC3E}">
        <p14:creationId xmlns:p14="http://schemas.microsoft.com/office/powerpoint/2010/main" val="2293284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9D21-012E-9818-F682-6C73EAD5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vi-VN" dirty="0"/>
              <a:t>BÁO CÁO TỔNG HỢP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0CB2D8-215A-B4E0-52B4-B1471DA3D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5756" y="1094542"/>
            <a:ext cx="5318450" cy="568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81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81A4-C5A0-D80C-402A-985D5F00C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vi-V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6292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185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Kiểm chứng rate limiter: không vượt ngưỡng</vt:lpstr>
      <vt:lpstr>Nội dung</vt:lpstr>
      <vt:lpstr>PowerPoint Presentation</vt:lpstr>
      <vt:lpstr>KẾ HOẠCH KIỂM THỬ</vt:lpstr>
      <vt:lpstr>CÁC TRƯỜNG HỢP KIỂM THỬ</vt:lpstr>
      <vt:lpstr>PowerPoint Presentation</vt:lpstr>
      <vt:lpstr>THIẾT KẾ CA KIỂM THỬ</vt:lpstr>
      <vt:lpstr>BẢNG QUYẾT ĐỊNH</vt:lpstr>
      <vt:lpstr>THỰC THI KIỂM THỬ</vt:lpstr>
      <vt:lpstr>BÁO CÁO LỖI</vt:lpstr>
      <vt:lpstr>BÁO CÁO TỔNG HỢP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Bình Nguyễn</dc:creator>
  <cp:lastModifiedBy>Bình Nguyễn</cp:lastModifiedBy>
  <cp:revision>15</cp:revision>
  <dcterms:created xsi:type="dcterms:W3CDTF">2026-03-16T15:33:11Z</dcterms:created>
  <dcterms:modified xsi:type="dcterms:W3CDTF">2026-03-24T07:10:15Z</dcterms:modified>
</cp:coreProperties>
</file>