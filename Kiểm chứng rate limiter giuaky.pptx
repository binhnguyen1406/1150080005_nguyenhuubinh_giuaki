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323" r:id="rId5"/>
    <p:sldId id="324" r:id="rId6"/>
    <p:sldId id="315" r:id="rId7"/>
    <p:sldId id="319" r:id="rId8"/>
    <p:sldId id="316" r:id="rId9"/>
    <p:sldId id="317" r:id="rId10"/>
    <p:sldId id="321" r:id="rId11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31DCE-764A-44EF-942E-C738A62445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945474-A72D-DB82-D2A8-111F33C7E3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BD66A-B0C6-4A1B-093B-FF6352548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9309F-87F9-47AF-A939-0BAE67747FDC}" type="datetimeFigureOut">
              <a:rPr lang="vi-VN" smtClean="0"/>
              <a:t>24/03/2026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936C4-059C-324C-F834-A31345328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CD447-F282-A9FE-BE74-D60574BD7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6C6E4-DB85-4877-9508-3F1B4141853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470312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ADF10-0574-801A-28F0-B77EA9E49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DF044-372E-79B7-5629-244670175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32840-E65B-A488-36A1-6C1D3303C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9309F-87F9-47AF-A939-0BAE67747FDC}" type="datetimeFigureOut">
              <a:rPr lang="vi-VN" smtClean="0"/>
              <a:t>24/03/2026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65CD3-A023-A2AB-3FC0-75430BC60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D57B9-A75F-F9C2-6098-10D514A87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6C6E4-DB85-4877-9508-3F1B4141853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14469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23395-147B-733F-C5AA-A28739257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87105B-7B0A-238D-4A28-1FFFEF3BB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3E1071-F41D-C084-7D2B-D420E02F3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9309F-87F9-47AF-A939-0BAE67747FDC}" type="datetimeFigureOut">
              <a:rPr lang="vi-VN" smtClean="0"/>
              <a:t>24/03/2026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9D11E-C1D8-26BE-52A2-9B95C61B3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520BE-50A3-D66F-DBCD-D884F0EC3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6C6E4-DB85-4877-9508-3F1B4141853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34245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D2CAD-FA98-053A-4F7D-10CBE31FF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3B791-D6D6-9E1E-8749-23E0444E85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5F1E9A-F035-118E-F01B-48525B09A4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83D7A6-BB6B-D918-1A53-D7A4F60E1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9309F-87F9-47AF-A939-0BAE67747FDC}" type="datetimeFigureOut">
              <a:rPr lang="vi-VN" smtClean="0"/>
              <a:t>24/03/2026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247D87-5A12-C761-2A04-38D9D28FD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4356EE-19EC-2DA5-4497-87CC05CA1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6C6E4-DB85-4877-9508-3F1B4141853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18171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3426D-F0F9-3FC9-529B-FAC286E66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515AE6-6766-92CF-CC59-980C838421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3B8740-0A27-FFEC-7C2A-3B85938617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0BB399-0089-A0FC-6B5E-C5CDE7D0BA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B9FF2D-27BA-0B57-2289-8D14A95460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AAF14F-77C5-1F6E-EFEE-59502FBCD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9309F-87F9-47AF-A939-0BAE67747FDC}" type="datetimeFigureOut">
              <a:rPr lang="vi-VN" smtClean="0"/>
              <a:t>24/03/2026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51CECE-42D3-E7A0-5A38-42EA598DB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457A84-E993-30F5-9468-065989345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6C6E4-DB85-4877-9508-3F1B4141853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6624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12E0B-56E0-7316-7E84-D58D69A77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1D120-2DC5-33EB-AC11-70A813A22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9309F-87F9-47AF-A939-0BAE67747FDC}" type="datetimeFigureOut">
              <a:rPr lang="vi-VN" smtClean="0"/>
              <a:t>24/03/2026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F0B04D-F230-C262-5B23-7D46620A2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DC8FDD-A5E2-9FEA-F90E-3825FA2E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6C6E4-DB85-4877-9508-3F1B4141853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18377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361ADE-7757-2D4B-2E78-07FDAEE51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9309F-87F9-47AF-A939-0BAE67747FDC}" type="datetimeFigureOut">
              <a:rPr lang="vi-VN" smtClean="0"/>
              <a:t>24/03/2026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800820-016D-B9C5-EC00-8B7919027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A6D11-BD21-1D80-D20B-9F78831A1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6C6E4-DB85-4877-9508-3F1B4141853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45568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2F3-84AF-4634-77E4-9B99101EF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7CBC8-FA65-2C89-17B9-A1356610D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C44ADF-B97A-8470-D610-06CCEF8FAC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4EE7B8-BAB9-A1F7-52D3-11369DB61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9309F-87F9-47AF-A939-0BAE67747FDC}" type="datetimeFigureOut">
              <a:rPr lang="vi-VN" smtClean="0"/>
              <a:t>24/03/2026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2B1DD-A5AE-82E4-C94A-9B5FEC61E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BDE0FE-2640-E69D-FD1D-E75F4230F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6C6E4-DB85-4877-9508-3F1B4141853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192954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D02FE-2D47-A9CE-0C96-B7C75931F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D206A7-5394-2E75-011C-4988EB27B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92227-6E9D-CA2E-5371-7200715E9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223AF9-7197-A451-EFE1-6DC839321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9309F-87F9-47AF-A939-0BAE67747FDC}" type="datetimeFigureOut">
              <a:rPr lang="vi-VN" smtClean="0"/>
              <a:t>24/03/2026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13C1D2-8E23-D7C1-0E84-A0805C73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B731B-52D4-0952-E3DD-36FFE2868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6C6E4-DB85-4877-9508-3F1B4141853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063352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ED992-1E77-9DD6-64B7-74A8E96A3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728B40-9E6A-7297-544E-E138782713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C6476-E42C-DE12-0249-E1EDEEB5B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9309F-87F9-47AF-A939-0BAE67747FDC}" type="datetimeFigureOut">
              <a:rPr lang="vi-VN" smtClean="0"/>
              <a:t>24/03/2026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AE834F-1913-5BB1-C944-329F4326C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C573C-6885-CA28-A5CF-243E30AD3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6C6E4-DB85-4877-9508-3F1B4141853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22811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0243D1-DF0E-7CC8-F0E9-C401FC5CAE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FED049-7E77-C510-B349-306FA90B7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8E18A-D1FF-8B35-5834-28B3C92AF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9309F-87F9-47AF-A939-0BAE67747FDC}" type="datetimeFigureOut">
              <a:rPr lang="vi-VN" smtClean="0"/>
              <a:t>24/03/2026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5F9A7-284B-77C8-9B88-850CB4FB8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193B2-73A1-5812-42C4-9629DF45F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6C6E4-DB85-4877-9508-3F1B4141853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9372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FB5FDF-B9DF-4B68-7548-B1A64665E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D4405-3B57-A8F3-AA8E-D28F275D0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CEBC6-382B-CB5E-1E03-4C24B55D26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59309F-87F9-47AF-A939-0BAE67747FDC}" type="datetimeFigureOut">
              <a:rPr lang="vi-VN" smtClean="0"/>
              <a:t>24/03/2026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81A821-B2B9-4E7F-9556-42529731A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DA694E-2B88-E7EC-13F4-ECB113B8B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56C6E4-DB85-4877-9508-3F1B4141853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14697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0EEA5-79A4-D0A5-F568-DF6EE6799E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Kiểm chứng </a:t>
            </a:r>
            <a:r>
              <a:rPr lang="vi-VN" dirty="0" err="1"/>
              <a:t>rate</a:t>
            </a:r>
            <a:r>
              <a:rPr lang="vi-VN" dirty="0"/>
              <a:t> </a:t>
            </a:r>
            <a:r>
              <a:rPr lang="vi-VN" dirty="0" err="1"/>
              <a:t>limiter</a:t>
            </a:r>
            <a:r>
              <a:rPr lang="vi-VN" dirty="0"/>
              <a:t>: không vượt ngưỡng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AF0FAC-5A6D-B4BC-5886-B16910FF29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93502"/>
            <a:ext cx="9144000" cy="1264298"/>
          </a:xfrm>
        </p:spPr>
        <p:txBody>
          <a:bodyPr/>
          <a:lstStyle/>
          <a:p>
            <a:pPr algn="l"/>
            <a:r>
              <a:rPr lang="vi-V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Sinh viên thực hiện :  </a:t>
            </a:r>
            <a:r>
              <a:rPr lang="vi-V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Nguyễn Hữu Bình</a:t>
            </a:r>
          </a:p>
          <a:p>
            <a:pPr algn="l"/>
            <a:r>
              <a:rPr lang="vi-V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MSSV</a:t>
            </a:r>
            <a:r>
              <a:rPr lang="vi-V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1150080005</a:t>
            </a:r>
          </a:p>
          <a:p>
            <a:pPr algn="l"/>
            <a:r>
              <a:rPr lang="vi-V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vi-V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11_ĐH_CNPM1</a:t>
            </a:r>
          </a:p>
          <a:p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AE0471-8B92-631E-73BC-1379466592F5}"/>
              </a:ext>
            </a:extLst>
          </p:cNvPr>
          <p:cNvSpPr txBox="1"/>
          <p:nvPr/>
        </p:nvSpPr>
        <p:spPr>
          <a:xfrm>
            <a:off x="1524000" y="5257800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GV: </a:t>
            </a:r>
            <a:r>
              <a:rPr lang="vi-V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ThS</a:t>
            </a:r>
            <a:r>
              <a:rPr lang="vi-V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Phạm Trọng Huynh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3044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7402C-4011-4E8A-67D5-37A6C0283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vi-VN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4C3FD-5EE1-B707-7ACF-21D926962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TỔNG QUAN DỰ ÁN</a:t>
            </a:r>
          </a:p>
          <a:p>
            <a:pPr marL="514350" indent="-514350">
              <a:buFont typeface="+mj-lt"/>
              <a:buAutoNum type="arabicPeriod"/>
            </a:pP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YÊU CẦU VÀ PHẠM VI KIỂM THỬ</a:t>
            </a:r>
          </a:p>
          <a:p>
            <a:pPr marL="514350" indent="-514350">
              <a:buFont typeface="+mj-lt"/>
              <a:buAutoNum type="arabicPeriod"/>
            </a:pP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KẾ HOẠCH KIỂM THỬ</a:t>
            </a:r>
          </a:p>
          <a:p>
            <a:pPr marL="514350" indent="-514350">
              <a:buFont typeface="+mj-lt"/>
              <a:buAutoNum type="arabicPeriod"/>
            </a:pP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CA KIỂM THỬ</a:t>
            </a:r>
          </a:p>
          <a:p>
            <a:pPr marL="514350" indent="-514350">
              <a:buFont typeface="+mj-lt"/>
              <a:buAutoNum type="arabicPeriod"/>
            </a:pP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THỰC THI KIỂM THỬ</a:t>
            </a:r>
          </a:p>
          <a:p>
            <a:pPr marL="514350" indent="-514350">
              <a:buFont typeface="+mj-lt"/>
              <a:buAutoNum type="arabicPeriod"/>
            </a:pP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KIỂM THỬ TỰ ĐỘNG</a:t>
            </a:r>
          </a:p>
          <a:p>
            <a:pPr marL="514350" indent="-514350">
              <a:buFont typeface="+mj-lt"/>
              <a:buAutoNum type="arabicPeriod"/>
            </a:pP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BÁO CÁO LỖI</a:t>
            </a:r>
          </a:p>
          <a:p>
            <a:pPr marL="514350" indent="-514350">
              <a:buFont typeface="+mj-lt"/>
              <a:buAutoNum type="arabicPeriod"/>
            </a:pP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TỔNG KẾT VÀ ĐÁNH GIÁ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72011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7288D-77C3-8672-BC37-21E62B51B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vi-V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KẾ HOẠCH KIỂM THỬ</a:t>
            </a:r>
            <a:endParaRPr lang="vi-V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3732DE-192E-4F70-A4CC-D47F243AB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9592"/>
            <a:ext cx="12107149" cy="5178489"/>
          </a:xfrm>
        </p:spPr>
      </p:pic>
    </p:spTree>
    <p:extLst>
      <p:ext uri="{BB962C8B-B14F-4D97-AF65-F5344CB8AC3E}">
        <p14:creationId xmlns:p14="http://schemas.microsoft.com/office/powerpoint/2010/main" val="2122638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175B0-A6B0-7340-EBDA-51FBB4C8C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249" y="0"/>
            <a:ext cx="10515600" cy="1325563"/>
          </a:xfrm>
        </p:spPr>
        <p:txBody>
          <a:bodyPr/>
          <a:lstStyle/>
          <a:p>
            <a:pPr algn="ctr"/>
            <a:r>
              <a:rPr lang="vi-VN" dirty="0"/>
              <a:t>CÁC TRƯỜNG HỢP KIỂM THỬ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C0186B-E58A-9C7C-75E6-7D28048285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419" y="1212980"/>
            <a:ext cx="11904418" cy="5645019"/>
          </a:xfrm>
        </p:spPr>
      </p:pic>
    </p:spTree>
    <p:extLst>
      <p:ext uri="{BB962C8B-B14F-4D97-AF65-F5344CB8AC3E}">
        <p14:creationId xmlns:p14="http://schemas.microsoft.com/office/powerpoint/2010/main" val="2029768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F72D715-0B86-F024-352F-291E5A8484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03" y="94784"/>
            <a:ext cx="10345594" cy="6668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203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EFF71-23E8-5099-5C27-7062E3303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vi-VN" dirty="0"/>
              <a:t>THIẾT KẾ CA KIỂM THỬ</a:t>
            </a:r>
          </a:p>
        </p:txBody>
      </p:sp>
      <p:pic>
        <p:nvPicPr>
          <p:cNvPr id="4" name="Content Placeholder 10">
            <a:extLst>
              <a:ext uri="{FF2B5EF4-FFF2-40B4-BE49-F238E27FC236}">
                <a16:creationId xmlns:a16="http://schemas.microsoft.com/office/drawing/2014/main" id="{8C95DB36-670C-C450-0204-CADE12EBC6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989" y="1604865"/>
            <a:ext cx="11140804" cy="4702726"/>
          </a:xfrm>
        </p:spPr>
      </p:pic>
    </p:spTree>
    <p:extLst>
      <p:ext uri="{BB962C8B-B14F-4D97-AF65-F5344CB8AC3E}">
        <p14:creationId xmlns:p14="http://schemas.microsoft.com/office/powerpoint/2010/main" val="3757115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921F2-BFA7-90EB-D82C-76734967E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vi-VN" dirty="0"/>
              <a:t>BẢNG QUYẾT ĐỊNH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A4515B-463C-9BFD-1F25-63E4FD3710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791477"/>
            <a:ext cx="5411756" cy="4583102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5FF62F-9518-0C61-BE53-444E0F8688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0458" y="4185767"/>
            <a:ext cx="6867330" cy="257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710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B6CA-AD4C-459A-EA01-AD08C7999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vi-VN" dirty="0"/>
              <a:t>THỰC THI KIỂM THỬ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1A47092-6DC9-5C48-9410-E684D35119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8282" y="1856792"/>
            <a:ext cx="10874738" cy="359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292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FE2CF-4079-55CE-5859-810236707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588" y="85207"/>
            <a:ext cx="10515600" cy="1325563"/>
          </a:xfrm>
        </p:spPr>
        <p:txBody>
          <a:bodyPr/>
          <a:lstStyle/>
          <a:p>
            <a:pPr algn="ctr"/>
            <a:r>
              <a:rPr lang="vi-VN" dirty="0"/>
              <a:t>BÁO CÁO LỖI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EFC902-DC86-3CEF-AF55-FDAD9544C7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6248" y="1156996"/>
            <a:ext cx="12019504" cy="5701004"/>
          </a:xfrm>
        </p:spPr>
      </p:pic>
    </p:spTree>
    <p:extLst>
      <p:ext uri="{BB962C8B-B14F-4D97-AF65-F5344CB8AC3E}">
        <p14:creationId xmlns:p14="http://schemas.microsoft.com/office/powerpoint/2010/main" val="2293284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99D21-012E-9818-F682-6C73EAD57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vi-VN" dirty="0"/>
              <a:t>BÁO CÁO TỔNG HỢP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70CB2D8-215A-B4E0-52B4-B1471DA3D5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5756" y="1094542"/>
            <a:ext cx="5318450" cy="5687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381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524</TotalTime>
  <Words>101</Words>
  <Application>Microsoft Office PowerPoint</Application>
  <PresentationFormat>Widescreen</PresentationFormat>
  <Paragraphs>21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Times New Roman</vt:lpstr>
      <vt:lpstr>Office Theme</vt:lpstr>
      <vt:lpstr>Kiểm chứng rate limiter: không vượt ngưỡng</vt:lpstr>
      <vt:lpstr>Nội dung</vt:lpstr>
      <vt:lpstr>KẾ HOẠCH KIỂM THỬ</vt:lpstr>
      <vt:lpstr>CÁC TRƯỜNG HỢP KIỂM THỬ</vt:lpstr>
      <vt:lpstr>PowerPoint Presentation</vt:lpstr>
      <vt:lpstr>THIẾT KẾ CA KIỂM THỬ</vt:lpstr>
      <vt:lpstr>BẢNG QUYẾT ĐỊNH</vt:lpstr>
      <vt:lpstr>THỰC THI KIỂM THỬ</vt:lpstr>
      <vt:lpstr>BÁO CÁO LỖI</vt:lpstr>
      <vt:lpstr>BÁO CÁO TỔNG HỢP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Bình Nguyễn</dc:creator>
  <cp:lastModifiedBy>Bình Nguyễn</cp:lastModifiedBy>
  <cp:revision>17</cp:revision>
  <dcterms:created xsi:type="dcterms:W3CDTF">2026-03-16T15:33:11Z</dcterms:created>
  <dcterms:modified xsi:type="dcterms:W3CDTF">2026-03-24T07:23:06Z</dcterms:modified>
</cp:coreProperties>
</file>